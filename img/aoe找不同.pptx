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ink/ink1.xml" ContentType="application/inkml+xml"/>
  <Override PartName="/ppt/tags/tag2.xml" ContentType="application/vnd.openxmlformats-officedocument.presentationml.tags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kinsoku lang="zh-CN" invalStChars="!%),.:;&gt;?]}¢¨°·ˇˉ―‖’”…‰′″›℃∶、。〃〉》」』】〕〗〞︶︺︾﹀﹄﹚﹜﹞！＂％＇），．：；？］｀｜｝～￠" invalEndChars="$([{£¥·‘“〈《「『【〔〖〝﹙﹛﹝＄（．［｛￡￥"/>
  <p:defaultTextStyle>
    <a:defPPr>
      <a:defRPr lang="zh-CN"/>
    </a:defPPr>
    <a:lvl1pPr marL="0" indent="0" algn="l" defTabSz="914400" fontAlgn="base" hangingPunct="1">
      <a:buNone/>
      <a:defRPr sz="1800">
        <a:solidFill>
          <a:schemeClr val="tx1"/>
        </a:solidFill>
        <a:latin typeface="Times New Roman" panose="02020603050405020304" charset="0"/>
        <a:ea typeface="宋体" charset="0"/>
        <a:cs typeface="Times New Roman" panose="02020603050405020304" charset="0"/>
      </a:defRPr>
    </a:lvl1pPr>
    <a:lvl2pPr marL="228600" indent="0" algn="l" defTabSz="914400" fontAlgn="base" hangingPunct="1">
      <a:buNone/>
      <a:defRPr sz="1800">
        <a:solidFill>
          <a:schemeClr val="tx1"/>
        </a:solidFill>
        <a:latin typeface="Times New Roman" panose="02020603050405020304" charset="0"/>
        <a:ea typeface="宋体" charset="0"/>
        <a:cs typeface="Times New Roman" panose="02020603050405020304" charset="0"/>
      </a:defRPr>
    </a:lvl2pPr>
    <a:lvl3pPr marL="457200" indent="0" algn="l" defTabSz="914400" fontAlgn="base" hangingPunct="1">
      <a:buNone/>
      <a:defRPr sz="1800">
        <a:solidFill>
          <a:schemeClr val="tx1"/>
        </a:solidFill>
        <a:latin typeface="Times New Roman" panose="02020603050405020304" charset="0"/>
        <a:ea typeface="宋体" charset="0"/>
        <a:cs typeface="Times New Roman" panose="02020603050405020304" charset="0"/>
      </a:defRPr>
    </a:lvl3pPr>
    <a:lvl4pPr marL="685800" indent="0" algn="l" defTabSz="914400" fontAlgn="base" hangingPunct="1">
      <a:buNone/>
      <a:defRPr sz="1800">
        <a:solidFill>
          <a:schemeClr val="tx1"/>
        </a:solidFill>
        <a:latin typeface="Times New Roman" panose="02020603050405020304" charset="0"/>
        <a:ea typeface="宋体" charset="0"/>
        <a:cs typeface="Times New Roman" panose="02020603050405020304" charset="0"/>
      </a:defRPr>
    </a:lvl4pPr>
    <a:lvl5pPr marL="914400" indent="0" algn="l" defTabSz="914400" fontAlgn="base" hangingPunct="1">
      <a:buNone/>
      <a:defRPr sz="1800">
        <a:solidFill>
          <a:schemeClr val="tx1"/>
        </a:solidFill>
        <a:latin typeface="Times New Roman" panose="02020603050405020304" charset="0"/>
        <a:ea typeface="宋体" charset="0"/>
        <a:cs typeface="Times New Roman" panose="02020603050405020304" charset="0"/>
      </a:defRPr>
    </a:lvl5pPr>
    <a:lvl6pPr marL="1143000" indent="0" algn="l" defTabSz="914400" fontAlgn="base" hangingPunct="1">
      <a:buNone/>
      <a:defRPr sz="1800">
        <a:solidFill>
          <a:schemeClr val="tx1"/>
        </a:solidFill>
        <a:latin typeface="Times New Roman" panose="02020603050405020304" charset="0"/>
        <a:ea typeface="宋体" charset="0"/>
        <a:cs typeface="Times New Roman" panose="02020603050405020304" charset="0"/>
      </a:defRPr>
    </a:lvl6pPr>
    <a:lvl7pPr marL="1371600" indent="0" algn="l" defTabSz="914400" fontAlgn="base" hangingPunct="1">
      <a:buNone/>
      <a:defRPr sz="1800">
        <a:solidFill>
          <a:schemeClr val="tx1"/>
        </a:solidFill>
        <a:latin typeface="Times New Roman" panose="02020603050405020304" charset="0"/>
        <a:ea typeface="宋体" charset="0"/>
        <a:cs typeface="Times New Roman" panose="02020603050405020304" charset="0"/>
      </a:defRPr>
    </a:lvl7pPr>
    <a:lvl8pPr marL="1600200" indent="0" algn="l" defTabSz="914400" fontAlgn="base" hangingPunct="1">
      <a:buNone/>
      <a:defRPr sz="1800">
        <a:solidFill>
          <a:schemeClr val="tx1"/>
        </a:solidFill>
        <a:latin typeface="Times New Roman" panose="02020603050405020304" charset="0"/>
        <a:ea typeface="宋体" charset="0"/>
        <a:cs typeface="Times New Roman" panose="02020603050405020304" charset="0"/>
      </a:defRPr>
    </a:lvl8pPr>
    <a:lvl9pPr marL="1600200" indent="0" algn="l" defTabSz="914400" fontAlgn="base" hangingPunct="1">
      <a:buNone/>
      <a:defRPr sz="1800">
        <a:solidFill>
          <a:schemeClr val="tx1"/>
        </a:solidFill>
        <a:latin typeface="Times New Roman" panose="02020603050405020304" charset="0"/>
        <a:ea typeface="宋体" charset="0"/>
        <a:cs typeface="Times New Roman" panose="0202060305040502030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00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12" autoAdjust="0"/>
    <p:restoredTop sz="100000"/>
  </p:normalViewPr>
  <p:slideViewPr>
    <p:cSldViewPr snapToObjects="1">
      <p:cViewPr varScale="1">
        <p:scale>
          <a:sx n="131" d="100"/>
          <a:sy n="131" d="100"/>
        </p:scale>
        <p:origin x="24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17" cy="72017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5-09-27T18:14:19"/>
    </inkml:context>
    <inkml:brush xml:id="br0">
      <inkml:brushProperty name="width" value="0.07056" units="cm"/>
      <inkml:brushProperty name="height" value="0.14111" units="cm"/>
      <inkml:brushProperty name="color" value="#E8322F"/>
      <inkml:brushProperty name="fitToCurve" value="1"/>
    </inkml:brush>
  </inkml:definitions>
  <inkml:trace contextRef="#ctx0" brushRef="#br0">15602 7398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6" units="1/cm"/>
          <inkml:channelProperty channel="Y" name="resolution" value="28.34646" units="1/cm"/>
        </inkml:channelProperties>
      </inkml:inkSource>
      <inkml:timestamp xml:id="ts0" timeString="2025-09-27T18:14:19"/>
    </inkml:context>
    <inkml:brush xml:id="br0">
      <inkml:brushProperty name="width" value="0.07056" units="cm"/>
      <inkml:brushProperty name="height" value="0.14111" units="cm"/>
      <inkml:brushProperty name="color" value="#E8322F"/>
      <inkml:brushProperty name="fitToCurve" value="1"/>
    </inkml:brush>
  </inkml:definitions>
  <inkml:trace contextRef="#ctx0" brushRef="#br0">18170 5631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2785" y="1123200"/>
            <a:ext cx="9143910" cy="2386800"/>
          </a:xfrm>
          <a:prstGeom prst="rect">
            <a:avLst/>
          </a:prstGeom>
          <a:effectLst/>
        </p:spPr>
        <p:txBody>
          <a:bodyPr anchor="b" anchorCtr="0"/>
          <a:lstStyle>
            <a:lvl1pPr marL="0" indent="0" algn="ctr" defTabSz="914400" fontAlgn="base" hangingPunct="1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2785" y="3603599"/>
            <a:ext cx="9143910" cy="1655998"/>
          </a:xfrm>
          <a:prstGeom prst="rect">
            <a:avLst/>
          </a:prstGeom>
          <a:effectLst/>
        </p:spPr>
        <p:txBody>
          <a:bodyPr/>
          <a:lstStyle>
            <a:lvl1pPr marL="0" indent="0" algn="ctr" defTabSz="914400" fontAlgn="base" hangingPunct="1">
              <a:buNone/>
              <a:defRPr sz="2400"/>
            </a:lvl1pPr>
            <a:lvl2pPr marL="457200" indent="0" algn="ctr" defTabSz="914400" fontAlgn="base" hangingPunct="1">
              <a:buNone/>
              <a:defRPr sz="2000"/>
            </a:lvl2pPr>
            <a:lvl3pPr marL="914400" indent="0" algn="ctr" defTabSz="914400" fontAlgn="base" hangingPunct="1">
              <a:buNone/>
              <a:defRPr sz="1800"/>
            </a:lvl3pPr>
            <a:lvl4pPr marL="1371600" indent="0" algn="ctr" defTabSz="914400" fontAlgn="base" hangingPunct="1">
              <a:buNone/>
              <a:defRPr sz="1800"/>
            </a:lvl4pPr>
            <a:lvl5pPr marL="1828800" indent="0" algn="ctr" defTabSz="914400" fontAlgn="base" hangingPunct="1">
              <a:buNone/>
              <a:defRPr sz="1800"/>
            </a:lvl5pPr>
            <a:lvl6pPr marL="2222500" indent="0" algn="ctr" defTabSz="914400" fontAlgn="base" hangingPunct="1">
              <a:buNone/>
              <a:defRPr sz="1800"/>
            </a:lvl6pPr>
            <a:lvl7pPr marL="2654300" indent="0" algn="ctr" defTabSz="914400" fontAlgn="base" hangingPunct="1">
              <a:buNone/>
              <a:defRPr sz="1800"/>
            </a:lvl7pPr>
            <a:lvl8pPr marL="3048000" indent="0" algn="ctr" defTabSz="914400" fontAlgn="base" hangingPunct="1">
              <a:buNone/>
              <a:defRPr sz="1800"/>
            </a:lvl8pPr>
            <a:lvl9pPr marL="3048000" indent="0" algn="ctr" defTabSz="914400" fontAlgn="base" hangingPunct="1">
              <a:buNone/>
              <a:defRPr sz="1800"/>
            </a:lvl9pPr>
          </a:lstStyle>
          <a:p>
            <a:pPr marL="0" indent="0"/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  <a:effectLst/>
        </p:spPr>
        <p:txBody>
          <a:bodyPr/>
          <a:lstStyle>
            <a:lvl1pPr marL="0" indent="0" algn="l" defTabSz="914400" fontAlgn="base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indent="0"/>
            <a:fld id="{CAD2D6BD-DE1B-4B5F-8B41-2702339687B9}" type="datetime5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pPr marL="0" indent="0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slidenum">
              <a:rPr lang="en-US" altLang="zh-CN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  <a:p>
            <a:pPr lvl="5"/>
            <a:r>
              <a:rPr lang="zh-CN" altLang="en-US"/>
              <a:t>第六级</a:t>
            </a:r>
          </a:p>
          <a:p>
            <a:pPr lvl="6"/>
            <a:r>
              <a:rPr lang="zh-CN" altLang="en-US"/>
              <a:t>第七级</a:t>
            </a:r>
          </a:p>
          <a:p>
            <a:pPr lvl="7"/>
            <a:r>
              <a:rPr lang="zh-CN" altLang="en-US"/>
              <a:t>第八级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datetime5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slidenum">
              <a:rPr lang="en-US" altLang="zh-CN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591" y="1710000"/>
            <a:ext cx="10515496" cy="2851199"/>
          </a:xfrm>
          <a:prstGeom prst="rect">
            <a:avLst/>
          </a:prstGeom>
          <a:effectLst/>
        </p:spPr>
        <p:txBody>
          <a:bodyPr anchor="b" anchorCtr="0"/>
          <a:lstStyle>
            <a:lvl1pPr marL="0" indent="0" defTabSz="914400" fontAlgn="base" hangingPunct="1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591" y="4590000"/>
            <a:ext cx="10515496" cy="1501199"/>
          </a:xfrm>
          <a:prstGeom prst="rect">
            <a:avLst/>
          </a:prstGeom>
          <a:effectLst/>
        </p:spPr>
        <p:txBody>
          <a:bodyPr/>
          <a:lstStyle>
            <a:lvl1pPr marL="0" indent="0" defTabSz="914400" fontAlgn="base" hangingPunct="1">
              <a:buNone/>
              <a:defRPr sz="2400"/>
            </a:lvl1pPr>
            <a:lvl2pPr marL="457200" indent="0" defTabSz="914400" fontAlgn="base" hangingPunct="1">
              <a:buNone/>
              <a:defRPr sz="2000"/>
            </a:lvl2pPr>
            <a:lvl3pPr marL="914400" indent="0" defTabSz="914400" fontAlgn="base" hangingPunct="1">
              <a:buNone/>
              <a:defRPr sz="1800"/>
            </a:lvl3pPr>
            <a:lvl4pPr marL="1371600" indent="0" defTabSz="914400" fontAlgn="base" hangingPunct="1">
              <a:buNone/>
              <a:defRPr sz="1600"/>
            </a:lvl4pPr>
            <a:lvl5pPr marL="1828800" indent="0" defTabSz="914400" fontAlgn="base" hangingPunct="1">
              <a:buNone/>
              <a:defRPr sz="1600"/>
            </a:lvl5pPr>
            <a:lvl6pPr marL="2222500" indent="0" defTabSz="914400" fontAlgn="base" hangingPunct="1">
              <a:buNone/>
              <a:defRPr sz="1600"/>
            </a:lvl6pPr>
            <a:lvl7pPr marL="2654300" indent="0" defTabSz="914400" fontAlgn="base" hangingPunct="1">
              <a:buNone/>
              <a:defRPr sz="1600"/>
            </a:lvl7pPr>
            <a:lvl8pPr marL="3048000" indent="0" defTabSz="914400" fontAlgn="base" hangingPunct="1">
              <a:buNone/>
              <a:defRPr sz="1600"/>
            </a:lvl8pPr>
            <a:lvl9pPr marL="3048000" indent="0" defTabSz="914400" fontAlgn="base" hangingPunct="1">
              <a:buNone/>
              <a:defRPr sz="1600"/>
            </a:lvl9pPr>
          </a:lstStyle>
          <a:p>
            <a:pPr marL="0" indent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  <a:effectLst/>
        </p:spPr>
        <p:txBody>
          <a:bodyPr/>
          <a:lstStyle>
            <a:lvl1pPr marL="0" indent="0" algn="l" defTabSz="914400" fontAlgn="base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indent="0"/>
            <a:fld id="{CAD2D6BD-DE1B-4B5F-8B41-2702339687B9}" type="datetime5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pPr marL="0" indent="0"/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slidenum">
              <a:rPr lang="en-US" altLang="zh-CN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790" y="1825200"/>
            <a:ext cx="5180349" cy="4352400"/>
          </a:xfrm>
          <a:prstGeom prst="rect">
            <a:avLst/>
          </a:prstGeom>
          <a:effectLst/>
        </p:spPr>
        <p:txBody>
          <a:bodyPr/>
          <a:lstStyle/>
          <a:p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  <a:p>
            <a:pPr lvl="5"/>
            <a:r>
              <a:rPr lang="zh-CN" altLang="en-US"/>
              <a:t>第六级</a:t>
            </a:r>
          </a:p>
          <a:p>
            <a:pPr lvl="6"/>
            <a:r>
              <a:rPr lang="zh-CN" altLang="en-US"/>
              <a:t>第七级</a:t>
            </a:r>
          </a:p>
          <a:p>
            <a:pPr lvl="7"/>
            <a:r>
              <a:rPr lang="zh-CN" altLang="en-US"/>
              <a:t>第八级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3939" y="1825200"/>
            <a:ext cx="5180349" cy="4352400"/>
          </a:xfrm>
          <a:prstGeom prst="rect">
            <a:avLst/>
          </a:prstGeom>
          <a:effectLst/>
        </p:spPr>
        <p:txBody>
          <a:bodyPr/>
          <a:lstStyle/>
          <a:p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  <a:p>
            <a:pPr lvl="5"/>
            <a:r>
              <a:rPr lang="zh-CN" altLang="en-US"/>
              <a:t>第六级</a:t>
            </a:r>
          </a:p>
          <a:p>
            <a:pPr lvl="6"/>
            <a:r>
              <a:rPr lang="zh-CN" altLang="en-US"/>
              <a:t>第七级</a:t>
            </a:r>
          </a:p>
          <a:p>
            <a:pPr lvl="7"/>
            <a:r>
              <a:rPr lang="zh-CN" altLang="en-US"/>
              <a:t>第八级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datetime5">
              <a:rPr lang="zh-CN" altLang="en-US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slidenum">
              <a:rPr lang="en-US" altLang="zh-CN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790" y="1681200"/>
            <a:ext cx="5183948" cy="824399"/>
          </a:xfrm>
          <a:prstGeom prst="rect">
            <a:avLst/>
          </a:prstGeom>
          <a:effectLst/>
        </p:spPr>
        <p:txBody>
          <a:bodyPr anchor="b" anchorCtr="0"/>
          <a:lstStyle>
            <a:lvl1pPr marL="0" indent="0" defTabSz="914400" fontAlgn="base" hangingPunct="1">
              <a:buNone/>
              <a:defRPr sz="2400" b="1"/>
            </a:lvl1pPr>
            <a:lvl2pPr marL="457200" indent="0" defTabSz="914400" fontAlgn="base" hangingPunct="1">
              <a:buNone/>
              <a:defRPr sz="2000" b="1"/>
            </a:lvl2pPr>
            <a:lvl3pPr marL="914400" indent="0" defTabSz="914400" fontAlgn="base" hangingPunct="1">
              <a:buNone/>
              <a:defRPr sz="1800" b="1"/>
            </a:lvl3pPr>
            <a:lvl4pPr marL="1371600" indent="0" defTabSz="914400" fontAlgn="base" hangingPunct="1">
              <a:buNone/>
              <a:defRPr sz="1600" b="1"/>
            </a:lvl4pPr>
            <a:lvl5pPr marL="1828800" indent="0" defTabSz="914400" fontAlgn="base" hangingPunct="1">
              <a:buNone/>
              <a:defRPr sz="1600" b="1"/>
            </a:lvl5pPr>
            <a:lvl6pPr marL="2222500" indent="0" defTabSz="914400" fontAlgn="base" hangingPunct="1">
              <a:buNone/>
              <a:defRPr sz="1600" b="1"/>
            </a:lvl6pPr>
            <a:lvl7pPr marL="2654300" indent="0" defTabSz="914400" fontAlgn="base" hangingPunct="1">
              <a:buNone/>
              <a:defRPr sz="1600" b="1"/>
            </a:lvl7pPr>
            <a:lvl8pPr marL="3048000" indent="0" defTabSz="914400" fontAlgn="base" hangingPunct="1">
              <a:buNone/>
              <a:defRPr sz="1600" b="1"/>
            </a:lvl8pPr>
            <a:lvl9pPr marL="3048000" indent="0" defTabSz="914400" fontAlgn="base" hangingPunct="1">
              <a:buNone/>
              <a:defRPr sz="1600" b="1"/>
            </a:lvl9pPr>
          </a:lstStyle>
          <a:p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8790" y="2505600"/>
            <a:ext cx="5183948" cy="3686398"/>
          </a:xfrm>
          <a:prstGeom prst="rect">
            <a:avLst/>
          </a:prstGeom>
          <a:effectLst/>
        </p:spPr>
        <p:txBody>
          <a:bodyPr/>
          <a:lstStyle>
            <a:lvl1pPr marL="2311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28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1pPr>
            <a:lvl2pPr marL="6883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24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2pPr>
            <a:lvl3pPr marL="11455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20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3pPr>
            <a:lvl4pPr marL="16027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18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4pPr>
            <a:lvl5pPr marL="20599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18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5pPr>
            <a:lvl6pPr marL="24536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18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6pPr>
            <a:lvl7pPr marL="28854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18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7pPr>
            <a:lvl8pPr marL="32791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18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8pPr>
            <a:lvl9pPr marL="32791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18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9pPr>
          </a:lstStyle>
          <a:p>
            <a:pPr marL="231140" indent="-231140"/>
            <a:r>
              <a:rPr lang="zh-CN" altLang="en-US"/>
              <a:t>单击此处编辑母版文本样式</a:t>
            </a:r>
          </a:p>
          <a:p>
            <a:pPr marL="688340" lvl="1" indent="-231140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  <a:p>
            <a:pPr lvl="5"/>
            <a:r>
              <a:rPr lang="zh-CN" altLang="en-US"/>
              <a:t>第六级</a:t>
            </a:r>
          </a:p>
          <a:p>
            <a:pPr lvl="6"/>
            <a:r>
              <a:rPr lang="zh-CN" altLang="en-US"/>
              <a:t>第七级</a:t>
            </a:r>
          </a:p>
          <a:p>
            <a:pPr lvl="7"/>
            <a:r>
              <a:rPr lang="zh-CN" altLang="en-US"/>
              <a:t>第八级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3939" y="1681200"/>
            <a:ext cx="5183948" cy="824399"/>
          </a:xfrm>
          <a:prstGeom prst="rect">
            <a:avLst/>
          </a:prstGeom>
          <a:effectLst/>
        </p:spPr>
        <p:txBody>
          <a:bodyPr anchor="b" anchorCtr="0"/>
          <a:lstStyle>
            <a:lvl1pPr marL="0" indent="0" defTabSz="914400" fontAlgn="base" hangingPunct="1">
              <a:buNone/>
              <a:defRPr sz="2400" b="1"/>
            </a:lvl1pPr>
            <a:lvl2pPr marL="457200" indent="0" defTabSz="914400" fontAlgn="base" hangingPunct="1">
              <a:buNone/>
              <a:defRPr sz="2000" b="1"/>
            </a:lvl2pPr>
            <a:lvl3pPr marL="914400" indent="0" defTabSz="914400" fontAlgn="base" hangingPunct="1">
              <a:buNone/>
              <a:defRPr sz="1800" b="1"/>
            </a:lvl3pPr>
            <a:lvl4pPr marL="1371600" indent="0" defTabSz="914400" fontAlgn="base" hangingPunct="1">
              <a:buNone/>
              <a:defRPr sz="1600" b="1"/>
            </a:lvl4pPr>
            <a:lvl5pPr marL="1828800" indent="0" defTabSz="914400" fontAlgn="base" hangingPunct="1">
              <a:buNone/>
              <a:defRPr sz="1600" b="1"/>
            </a:lvl5pPr>
            <a:lvl6pPr marL="2222500" indent="0" defTabSz="914400" fontAlgn="base" hangingPunct="1">
              <a:buNone/>
              <a:defRPr sz="1600" b="1"/>
            </a:lvl6pPr>
            <a:lvl7pPr marL="2654300" indent="0" defTabSz="914400" fontAlgn="base" hangingPunct="1">
              <a:buNone/>
              <a:defRPr sz="1600" b="1"/>
            </a:lvl7pPr>
            <a:lvl8pPr marL="3048000" indent="0" defTabSz="914400" fontAlgn="base" hangingPunct="1">
              <a:buNone/>
              <a:defRPr sz="1600" b="1"/>
            </a:lvl8pPr>
            <a:lvl9pPr marL="3048000" indent="0" defTabSz="914400" fontAlgn="base" hangingPunct="1">
              <a:buNone/>
              <a:defRPr sz="1600" b="1"/>
            </a:lvl9pPr>
          </a:lstStyle>
          <a:p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3939" y="2505600"/>
            <a:ext cx="5183948" cy="3686398"/>
          </a:xfrm>
          <a:prstGeom prst="rect">
            <a:avLst/>
          </a:prstGeom>
          <a:effectLst/>
        </p:spPr>
        <p:txBody>
          <a:bodyPr/>
          <a:lstStyle>
            <a:lvl1pPr marL="2311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28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1pPr>
            <a:lvl2pPr marL="6883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24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2pPr>
            <a:lvl3pPr marL="11455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20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3pPr>
            <a:lvl4pPr marL="16027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18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4pPr>
            <a:lvl5pPr marL="20599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18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5pPr>
            <a:lvl6pPr marL="24536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18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6pPr>
            <a:lvl7pPr marL="28854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18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7pPr>
            <a:lvl8pPr marL="32791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18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8pPr>
            <a:lvl9pPr marL="3279140" indent="-231140" defTabSz="914400" fontAlgn="base" hangingPunct="1">
              <a:spcBef>
                <a:spcPts val="1000"/>
              </a:spcBef>
              <a:buFont typeface="宋体" charset="0"/>
              <a:buChar char="•"/>
              <a:defRPr sz="1800">
                <a:solidFill>
                  <a:schemeClr val="tx1"/>
                </a:solidFill>
                <a:latin typeface="Times New Roman" panose="02020603050405020304" charset="0"/>
                <a:ea typeface="宋体" charset="0"/>
                <a:cs typeface="Times New Roman" panose="02020603050405020304" charset="0"/>
              </a:defRPr>
            </a:lvl9pPr>
          </a:lstStyle>
          <a:p>
            <a:pPr marL="231140" indent="-231140"/>
            <a:r>
              <a:rPr lang="zh-CN" altLang="en-US"/>
              <a:t>单击此处编辑母版文本样式</a:t>
            </a:r>
          </a:p>
          <a:p>
            <a:pPr marL="688340" lvl="1" indent="-231140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  <a:p>
            <a:pPr lvl="5"/>
            <a:r>
              <a:rPr lang="zh-CN" altLang="en-US"/>
              <a:t>第六级</a:t>
            </a:r>
          </a:p>
          <a:p>
            <a:pPr lvl="6"/>
            <a:r>
              <a:rPr lang="zh-CN" altLang="en-US"/>
              <a:t>第七级</a:t>
            </a:r>
          </a:p>
          <a:p>
            <a:pPr lvl="7"/>
            <a:r>
              <a:rPr lang="zh-CN" altLang="en-US"/>
              <a:t>第八级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datetime5">
              <a:rPr lang="zh-CN" altLang="en-US"/>
              <a:t>2025/9/28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slidenum">
              <a:rPr lang="en-US" altLang="zh-CN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datetime5">
              <a:rPr lang="zh-CN" altLang="en-US"/>
              <a:t>2025/9/28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slidenum">
              <a:rPr lang="en-US" altLang="zh-CN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datetime5">
              <a:rPr lang="zh-CN" altLang="en-US"/>
              <a:t>2025/9/28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slidenum">
              <a:rPr lang="en-US" altLang="zh-CN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790" y="457200"/>
            <a:ext cx="3931161" cy="1602000"/>
          </a:xfrm>
          <a:prstGeom prst="rect">
            <a:avLst/>
          </a:prstGeom>
          <a:effectLst/>
        </p:spPr>
        <p:txBody>
          <a:bodyPr anchor="b" anchorCtr="0"/>
          <a:lstStyle>
            <a:lvl1pPr marL="0" indent="0" defTabSz="914400" fontAlgn="base" hangingPunct="1"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948" y="986400"/>
            <a:ext cx="6173940" cy="4874400"/>
          </a:xfrm>
          <a:prstGeom prst="rect">
            <a:avLst/>
          </a:prstGeom>
          <a:effectLst/>
        </p:spPr>
        <p:txBody>
          <a:bodyPr/>
          <a:lstStyle>
            <a:lvl1pPr marL="231140" indent="-231140" defTabSz="914400" fontAlgn="base" hangingPunct="1">
              <a:defRPr sz="3200"/>
            </a:lvl1pPr>
            <a:lvl2pPr marL="688340" indent="-231140" defTabSz="914400" fontAlgn="base" hangingPunct="1">
              <a:defRPr sz="2800"/>
            </a:lvl2pPr>
            <a:lvl3pPr marL="1145540" indent="-231140" defTabSz="914400" fontAlgn="base" hangingPunct="1">
              <a:defRPr sz="2400"/>
            </a:lvl3pPr>
            <a:lvl4pPr marL="1602740" indent="-231140" defTabSz="914400" fontAlgn="base" hangingPunct="1">
              <a:defRPr sz="2000"/>
            </a:lvl4pPr>
            <a:lvl5pPr marL="2059940" indent="-231140" defTabSz="914400" fontAlgn="base" hangingPunct="1">
              <a:defRPr sz="2000"/>
            </a:lvl5pPr>
            <a:lvl6pPr marL="2453640" indent="-231140" defTabSz="914400" fontAlgn="base" hangingPunct="1">
              <a:defRPr sz="2000"/>
            </a:lvl6pPr>
            <a:lvl7pPr marL="2885440" indent="-231140" defTabSz="914400" fontAlgn="base" hangingPunct="1">
              <a:defRPr sz="2000"/>
            </a:lvl7pPr>
            <a:lvl8pPr marL="3279140" indent="-231140" defTabSz="914400" fontAlgn="base" hangingPunct="1">
              <a:defRPr sz="2000"/>
            </a:lvl8pPr>
            <a:lvl9pPr marL="3279140" indent="-231140" defTabSz="914400" fontAlgn="base" hangingPunct="1">
              <a:defRPr sz="2000"/>
            </a:lvl9pPr>
          </a:lstStyle>
          <a:p>
            <a:pPr marL="231140" indent="-231140"/>
            <a:r>
              <a:rPr lang="zh-CN" altLang="en-US"/>
              <a:t>单击此处编辑母版文本样式</a:t>
            </a:r>
          </a:p>
          <a:p>
            <a:pPr marL="688340" lvl="1" indent="-231140"/>
            <a:r>
              <a:rPr lang="zh-CN" altLang="en-US"/>
              <a:t>第二级</a:t>
            </a:r>
          </a:p>
          <a:p>
            <a:pPr marL="1145540" lvl="2" indent="-231140"/>
            <a:r>
              <a:rPr lang="zh-CN" altLang="en-US"/>
              <a:t>第三级</a:t>
            </a:r>
          </a:p>
          <a:p>
            <a:pPr marL="1602740" lvl="3" indent="-231140"/>
            <a:r>
              <a:rPr lang="zh-CN" altLang="en-US"/>
              <a:t>第四级</a:t>
            </a:r>
          </a:p>
          <a:p>
            <a:pPr marL="2059940" lvl="4" indent="-231140"/>
            <a:r>
              <a:rPr lang="zh-CN" altLang="en-US"/>
              <a:t>第五级</a:t>
            </a:r>
          </a:p>
          <a:p>
            <a:pPr marL="2453640" lvl="5" indent="-231140"/>
            <a:r>
              <a:rPr lang="zh-CN" altLang="en-US"/>
              <a:t>第六级</a:t>
            </a:r>
          </a:p>
          <a:p>
            <a:pPr marL="2885440" lvl="6" indent="-231140"/>
            <a:r>
              <a:rPr lang="zh-CN" altLang="en-US"/>
              <a:t>第七级</a:t>
            </a:r>
          </a:p>
          <a:p>
            <a:pPr marL="3279140" lvl="7" indent="-231140"/>
            <a:r>
              <a:rPr lang="zh-CN" altLang="en-US"/>
              <a:t>第八级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8790" y="2059199"/>
            <a:ext cx="3931161" cy="3812399"/>
          </a:xfrm>
          <a:prstGeom prst="rect">
            <a:avLst/>
          </a:prstGeom>
          <a:effectLst/>
        </p:spPr>
        <p:txBody>
          <a:bodyPr/>
          <a:lstStyle>
            <a:lvl1pPr marL="0" indent="0" defTabSz="914400" fontAlgn="base" hangingPunct="1">
              <a:buNone/>
              <a:defRPr sz="1600"/>
            </a:lvl1pPr>
            <a:lvl2pPr marL="457200" indent="0" defTabSz="914400" fontAlgn="base" hangingPunct="1">
              <a:buNone/>
              <a:defRPr sz="1400"/>
            </a:lvl2pPr>
            <a:lvl3pPr marL="914400" indent="0" defTabSz="914400" fontAlgn="base" hangingPunct="1">
              <a:buNone/>
              <a:defRPr sz="1200"/>
            </a:lvl3pPr>
            <a:lvl4pPr marL="1371600" indent="0" defTabSz="914400" fontAlgn="base" hangingPunct="1">
              <a:buNone/>
              <a:defRPr sz="1000"/>
            </a:lvl4pPr>
            <a:lvl5pPr marL="1828800" indent="0" defTabSz="914400" fontAlgn="base" hangingPunct="1">
              <a:buNone/>
              <a:defRPr sz="1000"/>
            </a:lvl5pPr>
            <a:lvl6pPr marL="2222500" indent="0" defTabSz="914400" fontAlgn="base" hangingPunct="1">
              <a:buNone/>
              <a:defRPr sz="1000"/>
            </a:lvl6pPr>
            <a:lvl7pPr marL="2654300" indent="0" defTabSz="914400" fontAlgn="base" hangingPunct="1">
              <a:buNone/>
              <a:defRPr sz="1000"/>
            </a:lvl7pPr>
            <a:lvl8pPr marL="3048000" indent="0" defTabSz="914400" fontAlgn="base" hangingPunct="1">
              <a:buNone/>
              <a:defRPr sz="1000"/>
            </a:lvl8pPr>
            <a:lvl9pPr marL="3048000" indent="0" defTabSz="914400" fontAlgn="base" hangingPunct="1">
              <a:buNone/>
              <a:defRPr sz="1000"/>
            </a:lvl9pPr>
          </a:lstStyle>
          <a:p>
            <a:pPr marL="0" indent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  <a:effectLst/>
        </p:spPr>
        <p:txBody>
          <a:bodyPr/>
          <a:lstStyle>
            <a:lvl1pPr marL="0" indent="0" algn="l" defTabSz="914400" fontAlgn="base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indent="0"/>
            <a:fld id="{CAD2D6BD-DE1B-4B5F-8B41-2702339687B9}" type="datetime5">
              <a:rPr lang="zh-CN" altLang="en-US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pPr marL="0" indent="0"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slidenum">
              <a:rPr lang="en-US" altLang="zh-CN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790" y="457200"/>
            <a:ext cx="3931161" cy="1602000"/>
          </a:xfrm>
          <a:prstGeom prst="rect">
            <a:avLst/>
          </a:prstGeom>
          <a:effectLst/>
        </p:spPr>
        <p:txBody>
          <a:bodyPr anchor="b" anchorCtr="0"/>
          <a:lstStyle>
            <a:lvl1pPr marL="0" indent="0" defTabSz="914400" fontAlgn="base" hangingPunct="1"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948" y="986400"/>
            <a:ext cx="6173940" cy="4874400"/>
          </a:xfrm>
          <a:prstGeom prst="rect">
            <a:avLst/>
          </a:prstGeom>
          <a:effectLst/>
        </p:spPr>
        <p:txBody>
          <a:bodyPr/>
          <a:lstStyle/>
          <a:p>
            <a:endParaRPr/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8790" y="2059199"/>
            <a:ext cx="3931161" cy="3812399"/>
          </a:xfrm>
          <a:prstGeom prst="rect">
            <a:avLst/>
          </a:prstGeom>
          <a:effectLst/>
        </p:spPr>
        <p:txBody>
          <a:bodyPr/>
          <a:lstStyle>
            <a:lvl1pPr marL="0" indent="0" defTabSz="914400" fontAlgn="base" hangingPunct="1">
              <a:buNone/>
              <a:defRPr sz="1600"/>
            </a:lvl1pPr>
            <a:lvl2pPr marL="457200" indent="0" defTabSz="914400" fontAlgn="base" hangingPunct="1">
              <a:buNone/>
              <a:defRPr sz="1400"/>
            </a:lvl2pPr>
            <a:lvl3pPr marL="914400" indent="0" defTabSz="914400" fontAlgn="base" hangingPunct="1">
              <a:buNone/>
              <a:defRPr sz="1200"/>
            </a:lvl3pPr>
            <a:lvl4pPr marL="1371600" indent="0" defTabSz="914400" fontAlgn="base" hangingPunct="1">
              <a:buNone/>
              <a:defRPr sz="1000"/>
            </a:lvl4pPr>
            <a:lvl5pPr marL="1828800" indent="0" defTabSz="914400" fontAlgn="base" hangingPunct="1">
              <a:buNone/>
              <a:defRPr sz="1000"/>
            </a:lvl5pPr>
            <a:lvl6pPr marL="2222500" indent="0" defTabSz="914400" fontAlgn="base" hangingPunct="1">
              <a:buNone/>
              <a:defRPr sz="1000"/>
            </a:lvl6pPr>
            <a:lvl7pPr marL="2654300" indent="0" defTabSz="914400" fontAlgn="base" hangingPunct="1">
              <a:buNone/>
              <a:defRPr sz="1000"/>
            </a:lvl7pPr>
            <a:lvl8pPr marL="3048000" indent="0" defTabSz="914400" fontAlgn="base" hangingPunct="1">
              <a:buNone/>
              <a:defRPr sz="1000"/>
            </a:lvl8pPr>
            <a:lvl9pPr marL="3048000" indent="0" defTabSz="914400" fontAlgn="base" hangingPunct="1">
              <a:buNone/>
              <a:defRPr sz="1000"/>
            </a:lvl9pPr>
          </a:lstStyle>
          <a:p>
            <a:pPr marL="0" indent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  <a:effectLst/>
        </p:spPr>
        <p:txBody>
          <a:bodyPr/>
          <a:lstStyle>
            <a:lvl1pPr marL="0" indent="0" algn="l" defTabSz="914400" fontAlgn="base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indent="0"/>
            <a:fld id="{CAD2D6BD-DE1B-4B5F-8B41-2702339687B9}" type="datetime5">
              <a:rPr lang="zh-CN" altLang="en-US"/>
              <a:t>2025/9/28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pPr marL="0" indent="0"/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slidenum">
              <a:rPr lang="en-US" altLang="zh-CN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与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prstGeom prst="rect">
            <a:avLst/>
          </a:prstGeom>
          <a:effectLst/>
        </p:spPr>
        <p:txBody>
          <a:bodyPr vert="eaVert"/>
          <a:lstStyle/>
          <a:p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  <a:p>
            <a:pPr lvl="5"/>
            <a:r>
              <a:rPr lang="zh-CN" altLang="en-US"/>
              <a:t>第六级</a:t>
            </a:r>
          </a:p>
          <a:p>
            <a:pPr lvl="6"/>
            <a:r>
              <a:rPr lang="zh-CN" altLang="en-US"/>
              <a:t>第七级</a:t>
            </a:r>
          </a:p>
          <a:p>
            <a:pPr lvl="7"/>
            <a:r>
              <a:rPr lang="zh-CN" altLang="en-US"/>
              <a:t>第八级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datetime5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slidenum">
              <a:rPr lang="en-US" altLang="zh-CN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6313" y="363600"/>
            <a:ext cx="2627973" cy="5810400"/>
          </a:xfrm>
          <a:prstGeom prst="rect">
            <a:avLst/>
          </a:prstGeom>
          <a:effectLst/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790" y="363600"/>
            <a:ext cx="7732723" cy="5810400"/>
          </a:xfrm>
          <a:prstGeom prst="rect">
            <a:avLst/>
          </a:prstGeom>
          <a:effectLst/>
        </p:spPr>
        <p:txBody>
          <a:bodyPr vert="eaVert"/>
          <a:lstStyle/>
          <a:p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  <a:p>
            <a:pPr lvl="5"/>
            <a:r>
              <a:rPr lang="zh-CN" altLang="en-US"/>
              <a:t>第六级</a:t>
            </a:r>
          </a:p>
          <a:p>
            <a:pPr lvl="6"/>
            <a:r>
              <a:rPr lang="zh-CN" altLang="en-US"/>
              <a:t>第七级</a:t>
            </a:r>
          </a:p>
          <a:p>
            <a:pPr lvl="7"/>
            <a:r>
              <a:rPr lang="zh-CN" altLang="en-US"/>
              <a:t>第八级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datetime5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  <a:effectLst/>
        </p:spPr>
        <p:txBody>
          <a:bodyPr/>
          <a:lstStyle/>
          <a:p>
            <a:fld id="{CAD2D6BD-DE1B-4B5F-8B41-2702339687B9}" type="slidenum">
              <a:rPr lang="en-US" altLang="zh-CN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790" y="363600"/>
            <a:ext cx="10515496" cy="1324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  <a:effectLst/>
        </p:spPr>
        <p:txBody>
          <a:bodyPr vert="horz" wrap="square" lIns="91440" tIns="45720" rIns="91440" bIns="4572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790" y="1825200"/>
            <a:ext cx="10515496" cy="43524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  <a:effectLst/>
        </p:spPr>
        <p:txBody>
          <a:bodyPr vert="horz" wrap="square" lIns="91440" tIns="45720" rIns="91440" bIns="45720" anchor="t" anchorCtr="0">
            <a:normAutofit/>
          </a:bodyPr>
          <a:lstStyle/>
          <a:p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  <a:p>
            <a:pPr lvl="5"/>
            <a:r>
              <a:rPr lang="zh-CN" altLang="en-US"/>
              <a:t>第六级</a:t>
            </a:r>
          </a:p>
          <a:p>
            <a:pPr lvl="6"/>
            <a:r>
              <a:rPr lang="zh-CN" altLang="en-US"/>
              <a:t>第七级</a:t>
            </a:r>
          </a:p>
          <a:p>
            <a:pPr lvl="7"/>
            <a:r>
              <a:rPr lang="zh-CN" altLang="en-US"/>
              <a:t>第八级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790" y="6357600"/>
            <a:ext cx="2743173" cy="3635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  <a:effectLst/>
        </p:spPr>
        <p:txBody>
          <a:bodyPr vert="horz" wrap="square" lIns="90170" tIns="46990" rIns="90170" bIns="46990" anchor="ctr" anchorCtr="0">
            <a:noAutofit/>
          </a:bodyPr>
          <a:lstStyle>
            <a:lvl1pPr algn="l" defTabSz="914400" fontAlgn="base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2D6BD-DE1B-4B5F-8B41-2702339687B9}" type="datetime5">
              <a:rPr lang="zh-CN" altLang="en-US"/>
              <a:t>2025/9/28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9160" y="6357600"/>
            <a:ext cx="4114759" cy="3635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  <a:effectLst/>
        </p:spPr>
        <p:txBody>
          <a:bodyPr vert="horz" wrap="square" lIns="90170" tIns="46990" rIns="90170" bIns="46990" anchor="ctr" anchorCtr="0">
            <a:noAutofit/>
          </a:bodyPr>
          <a:lstStyle>
            <a:lvl1pPr algn="ctr" defTabSz="914400" fontAlgn="base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1115" y="6357600"/>
            <a:ext cx="2743173" cy="3635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  <a:effectLst/>
        </p:spPr>
        <p:txBody>
          <a:bodyPr vert="horz" wrap="square" lIns="90170" tIns="46990" rIns="90170" bIns="46990" anchor="ctr" anchorCtr="0">
            <a:noAutofit/>
          </a:bodyPr>
          <a:lstStyle>
            <a:lvl1pPr algn="r" defTabSz="914400" fontAlgn="base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2D6BD-DE1B-4B5F-8B41-2702339687B9}" type="slidenum">
              <a:rPr lang="en-US" altLang="zh-CN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defTabSz="914400" fontAlgn="base" hangingPunct="1">
        <a:buNone/>
        <a:defRPr sz="4400">
          <a:solidFill>
            <a:schemeClr val="tx1"/>
          </a:solidFill>
          <a:latin typeface="Times New Roman" panose="02020603050405020304" charset="0"/>
          <a:ea typeface="宋体" charset="0"/>
          <a:cs typeface="Times New Roman" panose="02020603050405020304" charset="0"/>
        </a:defRPr>
      </a:lvl1pPr>
    </p:titleStyle>
    <p:bodyStyle>
      <a:lvl1pPr marL="231140" indent="-231140" defTabSz="914400" fontAlgn="base" hangingPunct="1">
        <a:spcBef>
          <a:spcPts val="1000"/>
        </a:spcBef>
        <a:buFont typeface="宋体" charset="0"/>
        <a:buChar char="•"/>
        <a:defRPr sz="2800">
          <a:solidFill>
            <a:schemeClr val="tx1"/>
          </a:solidFill>
          <a:latin typeface="Times New Roman" panose="02020603050405020304" charset="0"/>
          <a:ea typeface="宋体" charset="0"/>
          <a:cs typeface="Times New Roman" panose="02020603050405020304" charset="0"/>
        </a:defRPr>
      </a:lvl1pPr>
      <a:lvl2pPr marL="688340" indent="-231140" defTabSz="914400" fontAlgn="base" hangingPunct="1">
        <a:spcBef>
          <a:spcPts val="1000"/>
        </a:spcBef>
        <a:buFont typeface="宋体" charset="0"/>
        <a:buChar char="•"/>
        <a:defRPr sz="2400">
          <a:solidFill>
            <a:schemeClr val="tx1"/>
          </a:solidFill>
          <a:latin typeface="Times New Roman" panose="02020603050405020304" charset="0"/>
          <a:ea typeface="宋体" charset="0"/>
          <a:cs typeface="Times New Roman" panose="02020603050405020304" charset="0"/>
        </a:defRPr>
      </a:lvl2pPr>
      <a:lvl3pPr marL="1145540" indent="-231140" defTabSz="914400" fontAlgn="base" hangingPunct="1">
        <a:spcBef>
          <a:spcPts val="1000"/>
        </a:spcBef>
        <a:buFont typeface="宋体" charset="0"/>
        <a:buChar char="•"/>
        <a:defRPr sz="2000">
          <a:solidFill>
            <a:schemeClr val="tx1"/>
          </a:solidFill>
          <a:latin typeface="Times New Roman" panose="02020603050405020304" charset="0"/>
          <a:ea typeface="宋体" charset="0"/>
          <a:cs typeface="Times New Roman" panose="02020603050405020304" charset="0"/>
        </a:defRPr>
      </a:lvl3pPr>
      <a:lvl4pPr marL="1602740" indent="-231140" defTabSz="914400" fontAlgn="base" hangingPunct="1">
        <a:spcBef>
          <a:spcPts val="1000"/>
        </a:spcBef>
        <a:buFont typeface="宋体" charset="0"/>
        <a:buChar char="•"/>
        <a:defRPr sz="1800">
          <a:solidFill>
            <a:schemeClr val="tx1"/>
          </a:solidFill>
          <a:latin typeface="Times New Roman" panose="02020603050405020304" charset="0"/>
          <a:ea typeface="宋体" charset="0"/>
          <a:cs typeface="Times New Roman" panose="02020603050405020304" charset="0"/>
        </a:defRPr>
      </a:lvl4pPr>
      <a:lvl5pPr marL="2059940" indent="-231140" defTabSz="914400" fontAlgn="base" hangingPunct="1">
        <a:spcBef>
          <a:spcPts val="1000"/>
        </a:spcBef>
        <a:buFont typeface="宋体" charset="0"/>
        <a:buChar char="•"/>
        <a:defRPr sz="1800">
          <a:solidFill>
            <a:schemeClr val="tx1"/>
          </a:solidFill>
          <a:latin typeface="Times New Roman" panose="02020603050405020304" charset="0"/>
          <a:ea typeface="宋体" charset="0"/>
          <a:cs typeface="Times New Roman" panose="02020603050405020304" charset="0"/>
        </a:defRPr>
      </a:lvl5pPr>
      <a:lvl6pPr marL="2453640" indent="-231140" defTabSz="914400" fontAlgn="base" hangingPunct="1">
        <a:spcBef>
          <a:spcPts val="1000"/>
        </a:spcBef>
        <a:buFont typeface="宋体" charset="0"/>
        <a:buChar char="•"/>
        <a:defRPr sz="1800">
          <a:solidFill>
            <a:schemeClr val="tx1"/>
          </a:solidFill>
          <a:latin typeface="Times New Roman" panose="02020603050405020304" charset="0"/>
          <a:ea typeface="宋体" charset="0"/>
          <a:cs typeface="Times New Roman" panose="02020603050405020304" charset="0"/>
        </a:defRPr>
      </a:lvl6pPr>
      <a:lvl7pPr marL="2885440" indent="-231140" defTabSz="914400" fontAlgn="base" hangingPunct="1">
        <a:spcBef>
          <a:spcPts val="1000"/>
        </a:spcBef>
        <a:buFont typeface="宋体" charset="0"/>
        <a:buChar char="•"/>
        <a:defRPr sz="1800">
          <a:solidFill>
            <a:schemeClr val="tx1"/>
          </a:solidFill>
          <a:latin typeface="Times New Roman" panose="02020603050405020304" charset="0"/>
          <a:ea typeface="宋体" charset="0"/>
          <a:cs typeface="Times New Roman" panose="02020603050405020304" charset="0"/>
        </a:defRPr>
      </a:lvl7pPr>
      <a:lvl8pPr marL="3279140" indent="-231140" defTabSz="914400" fontAlgn="base" hangingPunct="1">
        <a:spcBef>
          <a:spcPts val="1000"/>
        </a:spcBef>
        <a:buFont typeface="宋体" charset="0"/>
        <a:buChar char="•"/>
        <a:defRPr sz="1800">
          <a:solidFill>
            <a:schemeClr val="tx1"/>
          </a:solidFill>
          <a:latin typeface="Times New Roman" panose="02020603050405020304" charset="0"/>
          <a:ea typeface="宋体" charset="0"/>
          <a:cs typeface="Times New Roman" panose="02020603050405020304" charset="0"/>
        </a:defRPr>
      </a:lvl8pPr>
      <a:lvl9pPr marL="3279140" indent="-231140" defTabSz="914400" fontAlgn="base" hangingPunct="1">
        <a:spcBef>
          <a:spcPts val="1000"/>
        </a:spcBef>
        <a:buFont typeface="宋体" charset="0"/>
        <a:buChar char="•"/>
        <a:defRPr sz="1800">
          <a:solidFill>
            <a:schemeClr val="tx1"/>
          </a:solidFill>
          <a:latin typeface="Times New Roman" panose="02020603050405020304" charset="0"/>
          <a:ea typeface="宋体" charset="0"/>
          <a:cs typeface="Times New Roman" panose="02020603050405020304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34640" y="477000"/>
            <a:ext cx="11160000" cy="5904000"/>
          </a:xfrm>
          <a:prstGeom prst="rect">
            <a:avLst/>
          </a:prstGeom>
          <a:effectLst/>
        </p:spPr>
        <p:txBody>
          <a:bodyPr>
            <a:normAutofit fontScale="92500" lnSpcReduction="10000"/>
          </a:bodyPr>
          <a:lstStyle/>
          <a:p>
            <a:r>
              <a:rPr lang="zh-CN" altLang="en-US" sz="8000" dirty="0">
                <a:latin typeface="黑体" pitchFamily="-128" charset="-122"/>
                <a:ea typeface="黑体" pitchFamily="-128" charset="-122"/>
                <a:cs typeface="黑体" pitchFamily="-128" charset="-122"/>
              </a:rPr>
              <a:t>ā ā ā ā ā ā ā ā ā ā ā ā</a:t>
            </a:r>
          </a:p>
          <a:p>
            <a:r>
              <a:rPr lang="zh-CN" altLang="en-US" sz="8000" dirty="0">
                <a:latin typeface="黑体" pitchFamily="-128" charset="-122"/>
                <a:ea typeface="黑体" pitchFamily="-128" charset="-122"/>
                <a:cs typeface="黑体" pitchFamily="-128" charset="-122"/>
              </a:rPr>
              <a:t>ā ā ā ā ā ā ā ā ā ā ā ā</a:t>
            </a:r>
          </a:p>
          <a:p>
            <a:r>
              <a:rPr lang="zh-CN" altLang="en-US" sz="8000" dirty="0">
                <a:latin typeface="黑体" pitchFamily="-128" charset="-122"/>
                <a:ea typeface="黑体" pitchFamily="-128" charset="-122"/>
                <a:cs typeface="黑体" pitchFamily="-128" charset="-122"/>
              </a:rPr>
              <a:t>ā ā ā ā ā ā ā ā ō</a:t>
            </a:r>
            <a:r>
              <a:rPr lang="en-US" altLang="zh-CN" sz="8000" dirty="0">
                <a:latin typeface="黑体" pitchFamily="-128" charset="-122"/>
                <a:ea typeface="黑体" pitchFamily="-128" charset="-122"/>
                <a:cs typeface="黑体" pitchFamily="-128" charset="-122"/>
              </a:rPr>
              <a:t> </a:t>
            </a:r>
            <a:r>
              <a:rPr lang="en-US" altLang="zh-CN" sz="8000" dirty="0" err="1">
                <a:latin typeface="黑体" pitchFamily="-128" charset="-122"/>
                <a:ea typeface="黑体" pitchFamily="-128" charset="-122"/>
                <a:cs typeface="黑体" pitchFamily="-128" charset="-122"/>
              </a:rPr>
              <a:t>ā</a:t>
            </a:r>
            <a:r>
              <a:rPr lang="en-US" altLang="zh-CN" sz="8000" dirty="0">
                <a:latin typeface="黑体" pitchFamily="-128" charset="-122"/>
                <a:ea typeface="黑体" pitchFamily="-128" charset="-122"/>
                <a:cs typeface="黑体" pitchFamily="-128" charset="-122"/>
              </a:rPr>
              <a:t> </a:t>
            </a:r>
            <a:r>
              <a:rPr lang="en-US" altLang="zh-CN" sz="8000" dirty="0" err="1">
                <a:latin typeface="黑体" pitchFamily="-128" charset="-122"/>
                <a:ea typeface="黑体" pitchFamily="-128" charset="-122"/>
                <a:cs typeface="黑体" pitchFamily="-128" charset="-122"/>
              </a:rPr>
              <a:t>ā</a:t>
            </a:r>
            <a:r>
              <a:rPr lang="en-US" altLang="zh-CN" sz="8000" dirty="0">
                <a:latin typeface="黑体" pitchFamily="-128" charset="-122"/>
                <a:ea typeface="黑体" pitchFamily="-128" charset="-122"/>
                <a:cs typeface="黑体" pitchFamily="-128" charset="-122"/>
              </a:rPr>
              <a:t> </a:t>
            </a:r>
            <a:r>
              <a:rPr lang="en-US" altLang="zh-CN" sz="8000" dirty="0" err="1">
                <a:latin typeface="黑体" pitchFamily="-128" charset="-122"/>
                <a:ea typeface="黑体" pitchFamily="-128" charset="-122"/>
                <a:cs typeface="黑体" pitchFamily="-128" charset="-122"/>
              </a:rPr>
              <a:t>ā</a:t>
            </a:r>
            <a:endParaRPr lang="zh-CN" altLang="en-US" sz="8000" dirty="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  <a:p>
            <a:r>
              <a:rPr lang="zh-CN" altLang="en-US" sz="8000" dirty="0">
                <a:latin typeface="黑体" pitchFamily="-128" charset="-122"/>
                <a:ea typeface="黑体" pitchFamily="-128" charset="-122"/>
                <a:cs typeface="黑体" pitchFamily="-128" charset="-122"/>
              </a:rPr>
              <a:t>ā ā ā ā ā ā ā ā ā ā ā ā</a:t>
            </a:r>
          </a:p>
          <a:p>
            <a:r>
              <a:rPr lang="zh-CN" altLang="en-US" sz="8000" dirty="0">
                <a:latin typeface="黑体" pitchFamily="-128" charset="-122"/>
                <a:ea typeface="黑体" pitchFamily="-128" charset="-122"/>
                <a:cs typeface="黑体" pitchFamily="-128" charset="-122"/>
              </a:rPr>
              <a:t>ā ā ā ā ā ā ā ā ā ā ā ā</a:t>
            </a:r>
          </a:p>
          <a:p>
            <a:endParaRPr lang="zh-CN" altLang="en-US" sz="6600" dirty="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  <a:p>
            <a:endParaRPr lang="zh-CN" altLang="en-US" sz="6600" dirty="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  <a:p>
            <a:endParaRPr lang="zh-CN" altLang="en-US" sz="6600" dirty="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551999" y="329924"/>
            <a:ext cx="11160000" cy="5904000"/>
          </a:xfrm>
          <a:prstGeom prst="rect">
            <a:avLst/>
          </a:prstGeom>
          <a:effectLst/>
        </p:spPr>
        <p:txBody>
          <a:bodyPr>
            <a:noAutofit/>
          </a:bodyPr>
          <a:lstStyle/>
          <a:p>
            <a:r>
              <a:rPr lang="zh-CN" altLang="en-US" sz="7200">
                <a:latin typeface="黑体" pitchFamily="-128" charset="-122"/>
                <a:ea typeface="黑体" pitchFamily="-128" charset="-122"/>
                <a:cs typeface="黑体" pitchFamily="-128" charset="-122"/>
              </a:rPr>
              <a:t>á á á á á á á á á á á á </a:t>
            </a:r>
          </a:p>
          <a:p>
            <a:r>
              <a:rPr lang="zh-CN" altLang="en-US" sz="7200">
                <a:latin typeface="黑体" pitchFamily="-128" charset="-122"/>
                <a:ea typeface="黑体" pitchFamily="-128" charset="-122"/>
                <a:cs typeface="黑体" pitchFamily="-128" charset="-122"/>
              </a:rPr>
              <a:t>á á á á á á á á á á á á </a:t>
            </a:r>
          </a:p>
          <a:p>
            <a:r>
              <a:rPr lang="zh-CN" altLang="en-US" sz="7200">
                <a:latin typeface="黑体" pitchFamily="-128" charset="-122"/>
                <a:ea typeface="黑体" pitchFamily="-128" charset="-122"/>
                <a:cs typeface="黑体" pitchFamily="-128" charset="-122"/>
              </a:rPr>
              <a:t>á á á á á á á á á á á</a:t>
            </a:r>
            <a:r>
              <a:rPr lang="en-US" altLang="zh-CN" sz="6000">
                <a:latin typeface="黑体" pitchFamily="-128" charset="-122"/>
                <a:ea typeface="黑体" pitchFamily="-128" charset="-122"/>
                <a:cs typeface="黑体" pitchFamily="-128" charset="-122"/>
              </a:rPr>
              <a:t> </a:t>
            </a:r>
            <a:r>
              <a:rPr lang="zh-CN" altLang="en-US" sz="7200">
                <a:latin typeface="黑体" pitchFamily="-128" charset="-122"/>
                <a:ea typeface="黑体" pitchFamily="-128" charset="-122"/>
                <a:cs typeface="黑体" pitchFamily="-128" charset="-122"/>
              </a:rPr>
              <a:t>á </a:t>
            </a:r>
          </a:p>
          <a:p>
            <a:r>
              <a:rPr lang="zh-CN" altLang="en-US" sz="7200">
                <a:latin typeface="黑体" pitchFamily="-128" charset="-122"/>
                <a:ea typeface="黑体" pitchFamily="-128" charset="-122"/>
                <a:cs typeface="黑体" pitchFamily="-128" charset="-122"/>
              </a:rPr>
              <a:t>á á á á ó</a:t>
            </a:r>
            <a:r>
              <a:rPr lang="en-US" altLang="zh-CN" sz="7200">
                <a:latin typeface="黑体" pitchFamily="-128" charset="-122"/>
                <a:ea typeface="黑体" pitchFamily="-128" charset="-122"/>
                <a:cs typeface="黑体" pitchFamily="-128" charset="-122"/>
              </a:rPr>
              <a:t> á á á á á á á</a:t>
            </a:r>
          </a:p>
          <a:p>
            <a:r>
              <a:rPr lang="zh-CN" altLang="en-US" sz="7200">
                <a:latin typeface="黑体" pitchFamily="-128" charset="-122"/>
                <a:ea typeface="黑体" pitchFamily="-128" charset="-122"/>
                <a:cs typeface="黑体" pitchFamily="-128" charset="-122"/>
              </a:rPr>
              <a:t>á á á á á</a:t>
            </a:r>
            <a:r>
              <a:rPr lang="en-US" altLang="zh-CN" sz="7200">
                <a:latin typeface="黑体" pitchFamily="-128" charset="-122"/>
                <a:ea typeface="黑体" pitchFamily="-128" charset="-122"/>
                <a:cs typeface="黑体" pitchFamily="-128" charset="-122"/>
              </a:rPr>
              <a:t> á á á á á á á </a:t>
            </a:r>
            <a:endParaRPr lang="zh-CN" altLang="en-US" sz="720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551999" y="548999"/>
            <a:ext cx="11160000" cy="5904000"/>
          </a:xfrm>
          <a:prstGeom prst="rect">
            <a:avLst/>
          </a:prstGeom>
          <a:effectLst/>
        </p:spPr>
        <p:txBody>
          <a:bodyPr>
            <a:normAutofit fontScale="85000" lnSpcReduction="10000"/>
          </a:bodyPr>
          <a:lstStyle/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ǎ ǎ ǎ ǎ ǎ ǎ ǎ ǎ ǎ ǎ ǎ ǎ ǎ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ǎ ǎ ǎ ǎ ǎ ǎ ǎ ǎ ǎ ǎ ǎ ǎ ǎ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ǎ ǒ</a:t>
            </a:r>
            <a:r>
              <a:rPr lang="en-US" altLang="zh-CN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 ǎ ǎ ǎ ǎ ǎ ǎ ǎ ǎ ǎ ǎ ǎ</a:t>
            </a:r>
            <a:endParaRPr lang="zh-CN" altLang="en-US" sz="800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ǎ ǎ ǎ ǎ ǎ ǎ ǎ ǎ ǎ ǎ ǎ ǎ ǎ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ǎ ǎ ǎ ǎ ǎ ǎ ǎ ǎ ǎ ǎ ǎ ǎ 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551999" y="548999"/>
            <a:ext cx="11160000" cy="5904000"/>
          </a:xfrm>
          <a:prstGeom prst="rect">
            <a:avLst/>
          </a:prstGeom>
          <a:effectLst/>
        </p:spPr>
        <p:txBody>
          <a:bodyPr>
            <a:normAutofit fontScale="85000" lnSpcReduction="10000"/>
          </a:bodyPr>
          <a:lstStyle/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à à à à à à à à à à à à à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à ò</a:t>
            </a:r>
            <a:r>
              <a:rPr lang="en-US" altLang="zh-CN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 à à à à à à à à à à à</a:t>
            </a:r>
            <a:endParaRPr lang="zh-CN" altLang="en-US" sz="800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à à à à à à à à à ò</a:t>
            </a:r>
            <a:r>
              <a:rPr lang="en-US" altLang="zh-CN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 à à à</a:t>
            </a:r>
            <a:endParaRPr lang="zh-CN" altLang="en-US" sz="800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à à à à à à à à à à à à à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à à à à à à à à à à à à à</a:t>
            </a:r>
          </a:p>
          <a:p>
            <a:endParaRPr lang="zh-CN" altLang="en-US" sz="800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551999" y="548999"/>
            <a:ext cx="11160000" cy="5904000"/>
          </a:xfrm>
          <a:prstGeom prst="rect">
            <a:avLst/>
          </a:prstGeom>
          <a:effectLst/>
        </p:spPr>
        <p:txBody>
          <a:bodyPr>
            <a:normAutofit fontScale="85000" lnSpcReduction="10000"/>
          </a:bodyPr>
          <a:lstStyle/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à à à à à à à à à à à à à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à ò</a:t>
            </a:r>
            <a:r>
              <a:rPr lang="en-US" altLang="zh-CN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 à à à à à à à à à à à</a:t>
            </a:r>
            <a:endParaRPr lang="zh-CN" altLang="en-US" sz="800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à à à à à à à à à ò</a:t>
            </a:r>
            <a:r>
              <a:rPr lang="en-US" altLang="zh-CN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 à à à</a:t>
            </a:r>
            <a:endParaRPr lang="zh-CN" altLang="en-US" sz="800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à à à à à à à à à à à à à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à à à à à à à à à à à à 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551999" y="548999"/>
            <a:ext cx="11160000" cy="5904000"/>
          </a:xfrm>
          <a:prstGeom prst="rect">
            <a:avLst/>
          </a:prstGeom>
          <a:effectLst/>
        </p:spPr>
        <p:txBody>
          <a:bodyPr>
            <a:normAutofit fontScale="85000" lnSpcReduction="10000"/>
          </a:bodyPr>
          <a:lstStyle/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ò ò ò ò ò ò ò ò ò ò ò ò ò 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ò ò ò ò ò ò ò ó</a:t>
            </a:r>
            <a:r>
              <a:rPr lang="en-US" altLang="zh-CN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 ò ò ò ò ò</a:t>
            </a:r>
            <a:endParaRPr lang="zh-CN" altLang="en-US" sz="800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ò ò ó ò ò ò ò ò ò ò ò ò ò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ò ò ò ò ò ò ò ò ò ò ò ó ò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ò ò ò ò ò ò ò ò ò ò ò ò ò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墨迹 4"/>
              <p14:cNvContentPartPr/>
              <p14:nvPr userDrawn="1">
                <p:custDataLst>
                  <p:tags r:id="rId1"/>
                </p:custDataLst>
              </p14:nvPr>
            </p14:nvContentPartPr>
            <p14:xfrm>
              <a:off x="9907001" y="4697672"/>
              <a:ext cx="1" cy="1"/>
            </p14:xfrm>
          </p:contentPart>
        </mc:Choice>
        <mc:Fallback xmlns="">
          <p:pic>
            <p:nvPicPr>
              <p:cNvPr id="5" name="墨迹 4"/>
            </p:nvPicPr>
            <p:blipFill>
              <a:blip r:embed="rId9"/>
            </p:blipFill>
            <p:spPr>
              <a:xfrm>
                <a:off x="9907001" y="4697672"/>
                <a:ext cx="1" cy="1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551999" y="548999"/>
            <a:ext cx="11160000" cy="5904000"/>
          </a:xfrm>
          <a:prstGeom prst="rect">
            <a:avLst/>
          </a:prstGeom>
          <a:effectLst/>
        </p:spPr>
        <p:txBody>
          <a:bodyPr>
            <a:normAutofit fontScale="85000" lnSpcReduction="10000"/>
          </a:bodyPr>
          <a:lstStyle/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ó ó ó ó ó ó ó ó ó ó ó ó ó  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ó ó ó ó ó á ó ó ó ó ó ó ó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ó ó ó ó ó ó ó ó ó ó ó ó ó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ó ó ó ó ó ó ó ó ó ó ó ó á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ó ó ó ó ó ó ó ó ó ó ó ó ó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墨迹 3"/>
              <p14:cNvContentPartPr/>
              <p14:nvPr userDrawn="1">
                <p:custDataLst>
                  <p:tags r:id="rId1"/>
                </p:custDataLst>
              </p14:nvPr>
            </p14:nvContentPartPr>
            <p14:xfrm>
              <a:off x="11538179" y="3575932"/>
              <a:ext cx="1" cy="1"/>
            </p14:xfrm>
          </p:contentPart>
        </mc:Choice>
        <mc:Fallback xmlns="">
          <p:pic>
            <p:nvPicPr>
              <p:cNvPr id="4" name="墨迹 3"/>
            </p:nvPicPr>
            <p:blipFill>
              <a:blip r:embed="rId6"/>
            </p:blipFill>
            <p:spPr>
              <a:xfrm>
                <a:off x="11538179" y="3575932"/>
                <a:ext cx="1" cy="1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551999" y="548999"/>
            <a:ext cx="11160000" cy="5904000"/>
          </a:xfrm>
          <a:prstGeom prst="rect">
            <a:avLst/>
          </a:prstGeom>
          <a:effectLst/>
        </p:spPr>
        <p:txBody>
          <a:bodyPr>
            <a:normAutofit fontScale="85000" lnSpcReduction="10000"/>
          </a:bodyPr>
          <a:lstStyle/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ǒ</a:t>
            </a:r>
            <a:r>
              <a:rPr lang="en-US" altLang="zh-CN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 ǒ ǒ ǒ ǒ ǒ ǒ ǒ ǎ ǒ ǒ ǒ ǒ   </a:t>
            </a:r>
            <a:endParaRPr lang="zh-CN" altLang="en-US" sz="800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ǒ ǒ ǒ ǒ ǒ ǒ ǒ ǒ ǒ ǒ ǒ ǒ ǒ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ǒ ǒ ǎ ǒ ǒ ǒ ǒ ǒ ǒ ǒ ǒ ǒ ǒ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ǒ ǒ ǒ ǒ ǒ ǒ ǒ ǎ ǒ ǒ ǒ ǒ ǒ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ǒ ǒ ǒ ǒ ǒ ǒ ǒ ǒ ǒ ǒ ǒ ǒ 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551999" y="548999"/>
            <a:ext cx="11160000" cy="5904000"/>
          </a:xfrm>
          <a:prstGeom prst="rect">
            <a:avLst/>
          </a:prstGeom>
          <a:effectLst/>
        </p:spPr>
        <p:txBody>
          <a:bodyPr>
            <a:normAutofit fontScale="85000" lnSpcReduction="10000"/>
          </a:bodyPr>
          <a:lstStyle/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ē</a:t>
            </a:r>
            <a:r>
              <a:rPr lang="en-US" altLang="zh-CN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 è ē ē ē ē ē ē ē ē ē ē ē    </a:t>
            </a:r>
            <a:endParaRPr lang="zh-CN" altLang="en-US" sz="800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ē ē ē ē ē ē ē ē ē ē ē ē ē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ē ē ē ē ē ē ē ē ē ē ē è</a:t>
            </a:r>
            <a:r>
              <a:rPr lang="en-US" altLang="zh-CN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 ē</a:t>
            </a:r>
            <a:endParaRPr lang="zh-CN" altLang="en-US" sz="800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ē ē ē ē ē ē ē ē ē ē ē ē ē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ē ē ē ē ē ē ē ē ē ē ē ē 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551999" y="548999"/>
            <a:ext cx="11160000" cy="5904000"/>
          </a:xfrm>
          <a:prstGeom prst="rect">
            <a:avLst/>
          </a:prstGeom>
          <a:effectLst/>
        </p:spPr>
        <p:txBody>
          <a:bodyPr>
            <a:normAutofit fontScale="85000" lnSpcReduction="10000"/>
          </a:bodyPr>
          <a:lstStyle/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ě ě ě ě ě ě ě ě ě ě ě ě ě   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ě ě ě ě ě ě ě ě ě ě ě ě é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ě ě ě é</a:t>
            </a:r>
            <a:r>
              <a:rPr lang="en-US" altLang="zh-CN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 ě ě ě ě ě ě ě ě é</a:t>
            </a:r>
            <a:endParaRPr lang="zh-CN" altLang="en-US" sz="800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ě ě ě ě ě ě ě ě ě ě ě ě ě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ě ě ě ě ě ě ě ě ě ě ě ě 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551999" y="548999"/>
            <a:ext cx="11160000" cy="5904000"/>
          </a:xfrm>
          <a:prstGeom prst="rect">
            <a:avLst/>
          </a:prstGeom>
          <a:effectLst/>
        </p:spPr>
        <p:txBody>
          <a:bodyPr>
            <a:normAutofit fontScale="85000" lnSpcReduction="10000"/>
          </a:bodyPr>
          <a:lstStyle/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ě é è ě ě é ě é ě è è ě é   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ě è ě é ě ě é ě è é ě è</a:t>
            </a:r>
            <a:r>
              <a:rPr lang="en-US" altLang="zh-CN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 é </a:t>
            </a:r>
            <a:endParaRPr lang="zh-CN" altLang="en-US" sz="800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è ě é é</a:t>
            </a:r>
            <a:r>
              <a:rPr lang="en-US" altLang="zh-CN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 ě è ě </a:t>
            </a:r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ē</a:t>
            </a:r>
            <a:r>
              <a:rPr lang="en-US" altLang="zh-CN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 è ě è ě é</a:t>
            </a:r>
            <a:endParaRPr lang="zh-CN" altLang="en-US" sz="8000">
              <a:latin typeface="黑体" pitchFamily="-128" charset="-122"/>
              <a:ea typeface="黑体" pitchFamily="-128" charset="-122"/>
              <a:cs typeface="黑体" pitchFamily="-128" charset="-122"/>
            </a:endParaRP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é è ě ě é ě è ě é ě ě ě ě </a:t>
            </a:r>
          </a:p>
          <a:p>
            <a:r>
              <a:rPr lang="zh-CN" altLang="en-US" sz="8000">
                <a:latin typeface="黑体" pitchFamily="-128" charset="-122"/>
                <a:ea typeface="黑体" pitchFamily="-128" charset="-122"/>
                <a:cs typeface="黑体" pitchFamily="-128" charset="-122"/>
              </a:rPr>
              <a:t>ě è ě ě é ě é ě è è ě é é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EBWPP_OBJECT_TOKEN" val="PLAY_INK_175896790774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EBWPP_OBJECT_TOKEN" val="PLAY_INK_1758967907747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1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rotWithShape="0">
              <a:srgbClr val="000000">
                <a:alpha val="62745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1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705</Words>
  <Application>Microsoft Macintosh PowerPoint</Application>
  <PresentationFormat>宽屏</PresentationFormat>
  <Paragraphs>56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黑体</vt:lpstr>
      <vt:lpstr>宋体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sre</cp:lastModifiedBy>
  <cp:revision>1</cp:revision>
  <dcterms:created xsi:type="dcterms:W3CDTF">2025-09-27T10:14:19Z</dcterms:created>
  <dcterms:modified xsi:type="dcterms:W3CDTF">2025-09-28T01:55:16Z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